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09E8E">
              <a:alpha val="40000"/>
            </a:srgbClr>
          </a:solidFill>
          <a:ln w="12700">
            <a:solidFill>
              <a:srgbClr val="00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286000"/>
            <a:ext cx="1097280" cy="1097280"/>
          </a:xfrm>
          <a:prstGeom prst="ellipse">
            <a:avLst/>
          </a:prstGeom>
          <a:solidFill>
            <a:srgbClr val="00C9B1">
              <a:alpha val="5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DEEP LEARNING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Language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Translation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→ Text → Speech  |  AI-Powered Accessibility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46888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70M+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People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46888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474720"/>
            <a:ext cx="54864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246888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474720"/>
            <a:ext cx="54864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ASL / BSL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73152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00C9B1"/>
                </a:solidFill>
              </a:rPr>
              <a:t>Why Sign Language Translation Matters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70M+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people worldwide face daily communication barriers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 content remains inaccessible to the deaf community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7432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universal sign language translators available publicly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B1"/>
                </a:solidFill>
              </a:rPr>
              <a:t>💡  This project bridges the gap using real-time AI-powered sign language recognition &amp; speech synthesis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C9B1"/>
                </a:solidFill>
              </a:rPr>
              <a:t>End-to-End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508760" cy="3383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15087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150876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55064"/>
            <a:ext cx="612648" cy="6126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7432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F0"/>
                </a:solidFill>
              </a:rPr>
              <a:t>Webcam / Video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83080" y="2606040"/>
            <a:ext cx="2286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1280160"/>
            <a:ext cx="1508760" cy="3383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11680" y="1280160"/>
            <a:ext cx="1508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08860" y="150876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36" y="1655064"/>
            <a:ext cx="612648" cy="6126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1168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01168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Pose Detection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05740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F0"/>
                </a:solidFill>
              </a:rPr>
              <a:t>MediaPipe / OpenPose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520440" y="2606040"/>
            <a:ext cx="2286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49040" y="1280160"/>
            <a:ext cx="1508760" cy="3383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1280160"/>
            <a:ext cx="15087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46220" y="150876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1655064"/>
            <a:ext cx="612648" cy="6126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4904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374904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79476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F0"/>
                </a:solidFill>
              </a:rPr>
              <a:t>3D CNN + Transformer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257800" y="2606040"/>
            <a:ext cx="2286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0" y="1280160"/>
            <a:ext cx="1508760" cy="3383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0" y="1280160"/>
            <a:ext cx="1508760" cy="54864"/>
          </a:xfrm>
          <a:prstGeom prst="rect">
            <a:avLst/>
          </a:prstGeom>
          <a:solidFill>
            <a:srgbClr val="4DDDCC"/>
          </a:solidFill>
          <a:ln w="12700">
            <a:solidFill>
              <a:srgbClr val="4DDDC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783580" y="150876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4DDDC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1655064"/>
            <a:ext cx="612648" cy="61264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8640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DD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548640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Translation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53212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F0"/>
                </a:solidFill>
              </a:rPr>
              <a:t>Sign → Text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995160" y="2606040"/>
            <a:ext cx="2286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223760" y="1280160"/>
            <a:ext cx="1508760" cy="3383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223760" y="1280160"/>
            <a:ext cx="1508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520940" y="150876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655064"/>
            <a:ext cx="612648" cy="6126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2376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72237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Speech Output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726948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F0"/>
                </a:solidFill>
              </a:rPr>
              <a:t>Text → Speech TTS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CC"/>
                </a:solidFill>
              </a:rPr>
              <a:t>Real-time • Continuous Signing • Multi-language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64008" cy="1737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CNN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CC"/>
                </a:solidFill>
              </a:rPr>
              <a:t>I3D / R(2+1)D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spatial AND temporal features from video frames simultaneously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64008" cy="1737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Pose Estimation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CC"/>
                </a:solidFill>
              </a:rPr>
              <a:t>MediaPipe / OpenPose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hand landmarks, finger positions &amp; body skeleton in real-time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34440"/>
            <a:ext cx="64008" cy="1737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/ LSTM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709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CC"/>
                </a:solidFill>
              </a:rPr>
              <a:t>Sequence Modeling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temporal dependencies for continuous sign sequence recognition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55448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3154680"/>
            <a:ext cx="64008" cy="1737360"/>
          </a:xfrm>
          <a:prstGeom prst="rect">
            <a:avLst/>
          </a:prstGeom>
          <a:solidFill>
            <a:srgbClr val="4DDDCC"/>
          </a:solidFill>
          <a:ln w="12700">
            <a:solidFill>
              <a:srgbClr val="4DDD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DD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CC"/>
                </a:solidFill>
              </a:rPr>
              <a:t>Attention Mechanism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931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Sign-to-text translation with cross-attention over temporal features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154680"/>
            <a:ext cx="64008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 Network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CC"/>
                </a:solidFill>
              </a:rPr>
              <a:t>Gesture Recognition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931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gated units for fast real-time gesture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C9B1"/>
                </a:solidFill>
              </a:rPr>
              <a:t>Training Data 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389888"/>
            <a:ext cx="685800" cy="274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89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ASL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WLASL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</a:rPr>
              <a:t>American Sign Language benchmark dataset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Videos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21,000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14884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Classes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6888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2,000 words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8872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389888"/>
            <a:ext cx="68580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1389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ASL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MS-ASL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</a:rPr>
              <a:t>Microsoft's large-scale ASL dataset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14884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Videos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25,000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03720" y="214884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Classes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1,000 classes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10896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108960"/>
            <a:ext cx="4114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3310128"/>
            <a:ext cx="6858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3101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DGS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PHOENIX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</a:rPr>
              <a:t>German weather broadcast sign language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06908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Videos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343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7,096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468880" y="406908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Classes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68880" y="4343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1,081 signs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10896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108960"/>
            <a:ext cx="41148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5280" y="3310128"/>
            <a:ext cx="68580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33101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ASL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3776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How2Sign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93776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</a:rPr>
              <a:t>35 hours of continuous ASL signing data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37760" y="406908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Videos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4343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35 hours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03720" y="4069080"/>
            <a:ext cx="173736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CC"/>
                </a:solidFill>
              </a:rPr>
              <a:t>Classes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03720" y="4343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Continuous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92608" cy="292608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Frame Extraction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Extract frames from webcam/video stream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Hand Skeleton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MediaPipe identifies 21 landmarks per hand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3D CNN Feature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I3D model processes spatial-temporal features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520440"/>
            <a:ext cx="292608" cy="292608"/>
          </a:xfrm>
          <a:prstGeom prst="ellipse">
            <a:avLst/>
          </a:prstGeom>
          <a:solidFill>
            <a:srgbClr val="4DDDCC"/>
          </a:solidFill>
          <a:ln w="12700">
            <a:solidFill>
              <a:srgbClr val="4DDD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20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DCC"/>
                </a:solidFill>
              </a:rPr>
              <a:t>LSTM/Transformer Sequence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721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Temporal modeling over sign sequence frames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Text Decoding &amp; TTS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3159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Beam search + TTS for speech output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14300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Capabilities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764792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20640" y="1737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Real-time Processing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20640" y="19385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&lt; 100ms latency for live webcam inference</a:t>
            </a:r>
            <a:endParaRPr lang="en-US" sz="9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59152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20640" y="2331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Multi-language Support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120640" y="25328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ASL, BSL, and extensible to other sign languages</a:t>
            </a:r>
            <a:endParaRPr lang="en-US" sz="9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53512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120640" y="29260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Continuous Recognition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120640" y="3127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Full sentences, not just isolated word gestures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47872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20640" y="35204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DCC"/>
                </a:solidFill>
              </a:rPr>
              <a:t>Pose Normalization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120640" y="3721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Scale/rotation invariant hand landmark features</a:t>
            </a:r>
            <a:endParaRPr lang="en-US" sz="9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142232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20640" y="41148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TTS Integration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120640" y="43159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</a:rPr>
              <a:t>Google TTS / pyttsx3 for complete audio pipeline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DELIVERABLES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Webcam Demo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 language recognition via webcam with on-screen text overlay and confidence scores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43000"/>
            <a:ext cx="4114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→ Text Translation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word-level and sentence-level translation of ASL signs to readable text output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306324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Text-to-Speech Output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converting recognized signs into natural-sounding speech audio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3063240"/>
            <a:ext cx="4114800" cy="64008"/>
          </a:xfrm>
          <a:prstGeom prst="rect">
            <a:avLst/>
          </a:prstGeom>
          <a:solidFill>
            <a:srgbClr val="4DDDCC"/>
          </a:solidFill>
          <a:ln w="12700">
            <a:solidFill>
              <a:srgbClr val="4DDDC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DD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Multi-sign Sentences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4023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 recognition supporting complete sentences with proper grammar handling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54864" cy="685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Makes digital content accessible to 70M+ deaf individuals worldwide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4144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41448"/>
            <a:ext cx="54864" cy="685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Enables deaf patients to communicate with medical professionals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36976"/>
            <a:ext cx="54864" cy="685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82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Supports inclusive learning in classrooms and online platforms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03250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32504"/>
            <a:ext cx="54864" cy="685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78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Employment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Breaks workplace communication barriers for deaf professionals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64592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645920"/>
            <a:ext cx="54864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956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Deploy on iOS/Android for on-the-go translation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2441448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441448"/>
            <a:ext cx="54864" cy="685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3D Avatar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752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Animated avatar that performs sign language back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3236976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236976"/>
            <a:ext cx="54864" cy="6858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Edge 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547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Raspberry Pi / Jetson Nano for offline 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4032504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4032504"/>
            <a:ext cx="54864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More Languages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4343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A"/>
                </a:solidFill>
              </a:rPr>
              <a:t>Expand to ISL, JSL, Auslan and other sign languages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34840" y="1143000"/>
            <a:ext cx="54864" cy="3840480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011680" cy="3749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01168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20240"/>
            <a:ext cx="4572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PyTorch / TensorFlow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70048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670048"/>
            <a:ext cx="4572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I3D / R(2+1)D Models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419856"/>
            <a:ext cx="4572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HuggingFace Transformers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169664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4169664"/>
            <a:ext cx="4572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279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LSTM / GRU Networks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1188720"/>
            <a:ext cx="2011680" cy="3749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1188720"/>
            <a:ext cx="20116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1920240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1920240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OpenCV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14600" y="2670048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670048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MediaPipe Holistic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14600" y="3419856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3419856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OpenPose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14600" y="4169664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4169664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24328" y="4279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FFMPEG (video)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1188720"/>
            <a:ext cx="2011680" cy="3749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1188720"/>
            <a:ext cx="20116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NLP &amp; Speech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1920240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920240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Seq2Seq Transformer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670048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670048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Beam Search Decoder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419856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3419856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Google TTS / pyttsx3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169664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4169664"/>
            <a:ext cx="4572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4279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SentencePiece Tokenizer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12280" y="1188720"/>
            <a:ext cx="2011680" cy="3749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2280" y="1188720"/>
            <a:ext cx="20116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1920240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1920240"/>
            <a:ext cx="4572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13448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Python 3.10+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03720" y="2670048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03720" y="2670048"/>
            <a:ext cx="4572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13448" y="2779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CUDA / GPU Accel.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03720" y="3419856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03720" y="3419856"/>
            <a:ext cx="4572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13448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Flask / FastAPI (demo)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0" y="4169664"/>
            <a:ext cx="18288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4169664"/>
            <a:ext cx="4572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13448" y="4279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F0"/>
                </a:solidFill>
              </a:rPr>
              <a:t>NumPy / Pandas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9E8E">
              <a:alpha val="40000"/>
            </a:srgbClr>
          </a:solidFill>
          <a:ln w="12700">
            <a:solidFill>
              <a:srgbClr val="009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286000" cy="347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628"/>
                </a:solidFill>
              </a:rPr>
              <a:t>DEEP LEARNING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B1"/>
                </a:solidFill>
              </a:rPr>
              <a:t>Breaking Barriers with Deep Learning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523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6974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F0"/>
                </a:solidFill>
              </a:rPr>
              <a:t>Real-time sign language recognition with 3D CNN + Transformer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27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1729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F0"/>
                </a:solidFill>
              </a:rPr>
              <a:t>Complete Video → Text → Speech pipeline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6484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F0"/>
                </a:solidFill>
              </a:rPr>
              <a:t>Trained on 4 benchmark datasets (70K+ videos)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7880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41239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F0"/>
                </a:solidFill>
              </a:rPr>
              <a:t>Multi-language &amp; continuous sign support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6583680" y="640080"/>
            <a:ext cx="2377440" cy="237744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CC"/>
                </a:solidFill>
              </a:rPr>
              <a:t>Sign Language Translation  |  Deep Learning  |  Social Good  |  AI Accessibility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Translation - AI Project</dc:title>
  <dc:subject>PptxGenJS Presentation</dc:subject>
  <dc:creator>PptxGenJS</dc:creator>
  <cp:lastModifiedBy>PptxGenJS</cp:lastModifiedBy>
  <cp:revision>1</cp:revision>
  <dcterms:created xsi:type="dcterms:W3CDTF">2026-03-13T06:58:29Z</dcterms:created>
  <dcterms:modified xsi:type="dcterms:W3CDTF">2026-03-13T06:58:29Z</dcterms:modified>
</cp:coreProperties>
</file>